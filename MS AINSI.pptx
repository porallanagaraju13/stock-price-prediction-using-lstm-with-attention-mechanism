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71" r:id="rId3"/>
    <p:sldId id="572" r:id="rId4"/>
    <p:sldId id="573" r:id="rId5"/>
    <p:sldId id="574" r:id="rId6"/>
    <p:sldId id="575" r:id="rId7"/>
    <p:sldId id="576" r:id="rId8"/>
    <p:sldId id="580" r:id="rId9"/>
    <p:sldId id="577" r:id="rId10"/>
    <p:sldId id="579" r:id="rId11"/>
    <p:sldId id="578" r:id="rId12"/>
    <p:sldId id="570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67BC2E-213D-4409-89B3-6A653ECA53D9}" v="15" dt="2025-04-29T08:24:08.978"/>
    <p1510:client id="{1120B836-56D0-97DC-068F-01B3A795833D}" v="107" dt="2025-04-28T10:32:37.732"/>
    <p1510:client id="{22C22A61-C23B-4AFE-81E6-4E7076213851}" v="1" dt="2025-04-28T10:44:04.838"/>
    <p1510:client id="{41ED53A8-5329-C747-A241-46CEB6D4E255}" v="58" dt="2025-04-29T04:53:52.575"/>
    <p1510:client id="{65706ED1-670B-4719-B8CB-BA21F8D40372}" v="31" dt="2025-04-29T05:33:41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?guccounter=1" TargetMode="External"/><Relationship Id="rId2" Type="http://schemas.openxmlformats.org/officeDocument/2006/relationships/hyperlink" Target="https://github.com/Porallanagaraju13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556" y="465137"/>
            <a:ext cx="4697973" cy="157017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just"/>
            <a:r>
              <a:rPr lang="en-US" sz="3600" b="1" spc="-150" dirty="0"/>
              <a:t>Stock Price Prediction using LSTM </a:t>
            </a:r>
            <a:r>
              <a:rPr lang="en-IN" sz="3600" b="1" spc="-150" dirty="0"/>
              <a:t>with Attention</a:t>
            </a:r>
            <a:endParaRPr lang="en-US" sz="3600" b="1" kern="1200" spc="-15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556" y="2588627"/>
            <a:ext cx="4171994" cy="157017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Nagaraju Poralla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Siddhartha Institute of Engineering and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 err="1"/>
              <a:t>Department:CSE</a:t>
            </a:r>
            <a:r>
              <a:rPr lang="en-US" sz="1600" b="1" cap="all" dirty="0"/>
              <a:t>(</a:t>
            </a:r>
            <a:r>
              <a:rPr lang="en-US" sz="1600" b="1" cap="all" dirty="0" err="1"/>
              <a:t>Ai&amp;Ml</a:t>
            </a:r>
            <a:r>
              <a:rPr lang="en-US" sz="1600" b="1" cap="all" dirty="0"/>
              <a:t>)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ID:NAGARAJUPORALLA13@GMAIL.COM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AICTE Student ID: </a:t>
            </a:r>
            <a:r>
              <a:rPr lang="en-IN" sz="1600" b="1" dirty="0"/>
              <a:t>STU662630beb93f41713778878</a:t>
            </a:r>
            <a:r>
              <a:rPr lang="en-US" sz="1600" b="1" dirty="0"/>
              <a:t>(</a:t>
            </a:r>
            <a:r>
              <a:rPr lang="en-IN" sz="1600" b="1" dirty="0"/>
              <a:t>AINSI_99224</a:t>
            </a:r>
            <a:r>
              <a:rPr lang="en-US" sz="1600" b="1" dirty="0"/>
              <a:t>)</a:t>
            </a:r>
            <a:endParaRPr lang="en-IN" sz="1600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F7984C-9CB1-437F-96AC-16518C42C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921" y="679731"/>
            <a:ext cx="5246131" cy="524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OUTLINE</a:t>
            </a:r>
            <a:endParaRPr lang="en-US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Problem Statement </a:t>
            </a:r>
            <a:r>
              <a:rPr lang="en-US" dirty="0"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Proposed System/Solution</a:t>
            </a:r>
            <a:endParaRPr lang="en-US" dirty="0"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System Development Approach </a:t>
            </a:r>
            <a:r>
              <a:rPr lang="en-US" dirty="0"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Algorithm &amp; Deployment  </a:t>
            </a:r>
            <a:endParaRPr lang="en-US" dirty="0"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Result (Output Image)</a:t>
            </a:r>
            <a:endParaRPr lang="en-US" dirty="0"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Conclusion</a:t>
            </a:r>
            <a:endParaRPr lang="en-US" dirty="0"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Future Scope</a:t>
            </a:r>
            <a:endParaRPr lang="en-US" dirty="0"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b="1" dirty="0">
                <a:cs typeface="Arial"/>
              </a:rPr>
              <a:t>References</a:t>
            </a:r>
            <a:endParaRPr lang="en-US" dirty="0"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Problem Statement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CFDA35-E6C8-4B5C-AF2D-68E9B18DD6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9796"/>
            <a:ext cx="1008743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Predicting stock market trends is inherently complex due to its non-linear and volatile nature.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statistical models often fail to capture long-term dependencies.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 for an intelligent model that can focus on relevant time steps for accurate predictions.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Proposed Solution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4E394D-5C2B-4EB3-8715-61306F2DEB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5813"/>
            <a:ext cx="1024035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 Short-Term Memory (LSTM)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networks to capture sequential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 Attention Mechanism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prioritize significant time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on historical stock data to predict future closing prices.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System  Approach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8C239A-A7C3-4A11-AEC9-0643BEF924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6167"/>
            <a:ext cx="844038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Using Yahoo Finance API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yfinance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/>
              <a:t>TensorFlow/</a:t>
            </a:r>
            <a:r>
              <a:rPr lang="en-US" altLang="en-US" b="1" dirty="0" err="1"/>
              <a:t>Keras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Preprocessing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Normalization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MinMaxScaler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Sequence slicing (e.g., 60 previous days → 1 prediction)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Building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 Attention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Dense output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Algorithm &amp; Deployment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Algorithm Workflow:</a:t>
            </a:r>
            <a:endParaRPr lang="en-US" dirty="0"/>
          </a:p>
          <a:p>
            <a:r>
              <a:rPr lang="en-US" dirty="0"/>
              <a:t>Input historical price sequences</a:t>
            </a:r>
          </a:p>
          <a:p>
            <a:r>
              <a:rPr lang="en-US" dirty="0"/>
              <a:t>Pass through LSTM layers</a:t>
            </a:r>
          </a:p>
          <a:p>
            <a:r>
              <a:rPr lang="en-US" dirty="0"/>
              <a:t>Apply Attention mechanism</a:t>
            </a:r>
          </a:p>
          <a:p>
            <a:r>
              <a:rPr lang="en-US" dirty="0"/>
              <a:t>Predict next-day price using dense layers</a:t>
            </a:r>
          </a:p>
          <a:p>
            <a:r>
              <a:rPr lang="en-US" b="1" dirty="0"/>
              <a:t>Deployment Ideas:</a:t>
            </a:r>
            <a:endParaRPr lang="en-US" dirty="0"/>
          </a:p>
          <a:p>
            <a:r>
              <a:rPr lang="en-US" dirty="0"/>
              <a:t>Flask or </a:t>
            </a:r>
            <a:r>
              <a:rPr lang="en-US" dirty="0" err="1"/>
              <a:t>Streamlit</a:t>
            </a:r>
            <a:r>
              <a:rPr lang="en-US" dirty="0"/>
              <a:t> web app for real-time predictions</a:t>
            </a:r>
          </a:p>
          <a:p>
            <a:r>
              <a:rPr lang="en-US" dirty="0"/>
              <a:t>Hosted on platforms like Heroku or AWS EC2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Result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B48CF6-3B77-46F9-BD6E-984D5392EB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036" y="2305066"/>
            <a:ext cx="1033272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shows improved accuracy compared to baseline LSTM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Attention layer helps the model focus on important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 graphs indicate strong correlation between actual and predicted values</a:t>
            </a:r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Result (</a:t>
            </a:r>
            <a:r>
              <a:rPr lang="en-US" sz="5400" b="1" cap="all" dirty="0" err="1">
                <a:latin typeface="Arial"/>
                <a:cs typeface="Arial"/>
              </a:rPr>
              <a:t>OutPut</a:t>
            </a:r>
            <a:r>
              <a:rPr lang="en-US" sz="5400" b="1" cap="all" dirty="0">
                <a:latin typeface="Arial"/>
                <a:cs typeface="Arial"/>
              </a:rPr>
              <a:t> image)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896AD-05B2-43C1-B19A-B67F380E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9411"/>
            <a:ext cx="9768840" cy="468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5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Conclusion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348A09-B8A5-41AC-BFED-F51F986B5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036" y="2310438"/>
            <a:ext cx="105208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with Attention offers a robust solution for stock price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Attention increases interpretability and model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hybrid architecture is promising for financial forecasting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Future scope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DEC237-6C6E-4026-B9F4-D033DB21D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5813"/>
            <a:ext cx="856728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features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Trading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Opening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Experiment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Bidirectional LSTM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Transformer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an end-user application with real-time data feeds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References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FD730AE-A41E-4D24-BE25-249884446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TensorFlow/</a:t>
            </a:r>
            <a:r>
              <a:rPr lang="en-IN" dirty="0" err="1"/>
              <a:t>Keras</a:t>
            </a:r>
            <a:r>
              <a:rPr lang="en-IN" dirty="0"/>
              <a:t> documentation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Scholarly articles on LSTM and Attention mechanisms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Link : </a:t>
            </a:r>
            <a:r>
              <a:rPr lang="en-US" dirty="0">
                <a:hlinkClick r:id="rId2"/>
              </a:rPr>
              <a:t>https://github.com/Porallanagaraju13/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Set :</a:t>
            </a:r>
            <a:r>
              <a:rPr lang="en-US" dirty="0">
                <a:hlinkClick r:id="rId3"/>
              </a:rPr>
              <a:t>https://finance.yahoo.com/</a:t>
            </a: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FA2BBAB-4C54-49E5-ACFD-66D4B8851DE2}"/>
              </a:ext>
            </a:extLst>
          </p:cNvPr>
          <p:cNvSpPr txBox="1">
            <a:spLocks/>
          </p:cNvSpPr>
          <p:nvPr/>
        </p:nvSpPr>
        <p:spPr>
          <a:xfrm>
            <a:off x="1676400" y="4719267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200" u="sng">
              <a:solidFill>
                <a:srgbClr val="0070C0"/>
              </a:solidFill>
              <a:latin typeface="Franklin Gothic Book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4E14-CB16-A18D-91E1-78787A45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90035-F7DF-B222-A678-18C907CDC7DD}"/>
              </a:ext>
            </a:extLst>
          </p:cNvPr>
          <p:cNvSpPr txBox="1"/>
          <p:nvPr/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9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377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Franklin Gothic Book</vt:lpstr>
      <vt:lpstr>office theme</vt:lpstr>
      <vt:lpstr>Stock Price Prediction using LSTM with Attention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 (OutPut image)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Nagaraju Poralla</dc:creator>
  <cp:lastModifiedBy>Nagaraju Poralla</cp:lastModifiedBy>
  <cp:revision>18</cp:revision>
  <dcterms:created xsi:type="dcterms:W3CDTF">2013-07-15T20:26:40Z</dcterms:created>
  <dcterms:modified xsi:type="dcterms:W3CDTF">2025-05-03T08:24:23Z</dcterms:modified>
</cp:coreProperties>
</file>